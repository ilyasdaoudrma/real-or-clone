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Ilyas Daoud · Oualid Karmoun · Ayoub El Mouhib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Run it: </a:t>
            </a:r>
            <a:r>
              <a:rPr sz="1600" b="0">
                <a:solidFill>
                  <a:srgbClr val="D4FF3A"/>
                </a:solidFill>
                <a:latin typeface="Segoe UI"/>
              </a:rPr>
              <a:t>free &amp; open source, on your own computer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Upload or record a voice note. Get the truth in seconds.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29984" cy="4206240"/>
          </a:xfrm>
          <a:prstGeom prst="rect">
            <a:avLst/>
          </a:prstGeom>
        </p:spPr>
      </p:pic>
      <p:pic>
        <p:nvPicPr>
          <p:cNvPr id="8" name="Picture 7" descr="5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920240"/>
            <a:ext cx="1943642" cy="4206240"/>
          </a:xfrm>
          <a:prstGeom prst="rect">
            <a:avLst/>
          </a:prstGeom>
        </p:spPr>
      </p:pic>
      <p:pic>
        <p:nvPicPr>
          <p:cNvPr id="9" name="Picture 8" descr="6_mobile_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1920240"/>
            <a:ext cx="1943642" cy="4206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download the repo and run it on any laptop — steps in the README · model on Hugging Face: IlyasDaoud/real-or-clone-xlsr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21945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/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2103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0" b="1">
                <a:solidFill>
                  <a:srgbClr val="F3F1EA"/>
                </a:solidFill>
                <a:latin typeface="Segoe U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F3F1EA"/>
                </a:solidFill>
                <a:latin typeface="Segoe UI"/>
              </a:rPr>
              <a:t>Real </a:t>
            </a:r>
            <a:r>
              <a:rPr sz="2200" b="0">
                <a:solidFill>
                  <a:srgbClr val="FF4D5E"/>
                </a:solidFill>
                <a:latin typeface="Segoe UI"/>
              </a:rPr>
              <a:t>or</a:t>
            </a:r>
            <a:r>
              <a:rPr sz="2200" b="0">
                <a:solidFill>
                  <a:srgbClr val="F3F1EA"/>
                </a:solidFill>
                <a:latin typeface="Segoe UI"/>
              </a:rPr>
              <a:t> Clone?</a:t>
            </a:r>
            <a:r>
              <a:rPr sz="2200" b="0">
                <a:solidFill>
                  <a:srgbClr val="9A978E"/>
                </a:solidFill>
                <a:latin typeface="Segoe UI"/>
              </a:rPr>
              <a:t>  ·  شكرًا  ·  Merci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